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7365D"/>
                </a:solidFill>
                <a:latin typeface="Aptos"/>
              </a:defRPr>
            </a:pPr>
            <a:r>
              <a:t>Preliminares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2677D"/>
                </a:solidFill>
                <a:latin typeface="Aptos"/>
              </a:defRPr>
            </a:pPr>
            <a:r>
              <a:t>Pergunta primeiro. Resposta no cartão seguinte.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Razões para estudar conceitos de LP, Domínios de Programação, Critérios de Avaliação de Linguagem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Razões para estudar conceitos de LP, Domínios de Programação, Critérios de Avaliação de Linguagem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Razões para estudar conceitos de LP: O estudo de conceitos de linguagens de programação amplia a capacidade de expressar ideias, fundamenta a escolha de linguagens adequadas, facilita a aprendizagem de novas linguagens, melhora a compreensão da implementação e favorece o uso das linguagens já conhecidas.</a:t>
            </a:r>
            <a:br/>
            <a:br/>
            <a:r>
              <a:t>Domínios de Programação: São campos de aplicação com necessidades computacionais distintas. O material apresenta aplicações científicas, comerciais, de inteligência artificial, de programação de sistemas e Web, associando cada domínio a tipos de dados, estruturas, requisitos ou linguagens características.</a:t>
            </a:r>
            <a:br/>
            <a:br/>
            <a:r>
              <a:t>Critérios de Avaliação de Linguagem: São referências para examinar e comparar linguagens. Os critérios centrais apresentados são legibilidade, capacidade de escrita, confiabilidade e custo; portabilidade e generalidade aparecem como critérios adicionais.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obj01, obj02, obj03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Legibilidade, Ortogonalidade, Capacidade de escrita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Legibilidade, Ortogonalidade, Capacidade de escrita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Legibilidade: É a facilidade com que programas podem ser lidos e escritos. É favorecida pela simplicidade geral, por uma quantidade gerenciável de características, pela ortogonalidade, por instruções de controle adequadas, por tipos de dados claros e por escolhas sintáticas compreensíveis.</a:t>
            </a:r>
            <a:br/>
            <a:br/>
            <a:r>
              <a:t>Ortogonalidade: É a possibilidade de combinar os componentes básicos de uma linguagem de programação sem restrições indevidas. Restrições especiais e tratamentos diferentes para construções semelhantes reduzem a ortogonalidade e podem prejudicar a legibilidade e a capacidade de escrita.</a:t>
            </a:r>
            <a:br/>
            <a:br/>
            <a:r>
              <a:t>Capacidade de escrita: É a facilidade com que uma linguagem pode ser usada para criar programas destinados a um domínio de problema específico. Simplicidade, ortogonalidade, suporte para abstração e expressividade contribuem para esse critério.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Suporte para abstração, Expressividade, Confiabilidade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Suporte para abstração, Expressividade, Confiabilidade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Suporte para abstração: É a capacidade de definir e depois utilizar estruturas ou operações complexas sem precisar considerar continuamente grande parte de seus detalhes internos.</a:t>
            </a:r>
            <a:br/>
            <a:br/>
            <a:r>
              <a:t>Expressividade: É a disponibilidade de formas convenientes para especificar computações. Construções expressivas podem representar de maneira compacta operações que exigiriam formas mais extensas.</a:t>
            </a:r>
            <a:br/>
            <a:br/>
            <a:r>
              <a:t>Confiabilidade: É a propriedade de um programa comportar-se de acordo com suas especificações em todas as condições consideradas. Verificação de tipos, manipulação de exceções, controle de aliasing, legibilidade e facilidade de escrita influenciam esse critério.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Verificação de tipos, Manipulação de exceções, Aliasing (apelidos)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Verificação de tipos, Manipulação de exceções, Aliasing (apelidos)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Verificação de tipos: Consiste em testar a existência de erros de tipos por meio do compilador ou durante a execução. A detecção em tempo de compilação é indicada no material porque antecipa o erro e tende a reduzir o custo de correção.</a:t>
            </a:r>
            <a:br/>
            <a:br/>
            <a:r>
              <a:t>Manipulação de exceções: É a capacidade de interceptar erros ocorridos durante a execução, aplicar medidas corretivas e permitir que o programa prossiga quando isso for possível.</a:t>
            </a:r>
            <a:br/>
            <a:br/>
            <a:r>
              <a:t>Aliasing (apelidos): É a possibilidade de dois ou mais nomes ou métodos de acesso referenciarem a mesma célula de memória. Uma alteração realizada por um acesso pode afetar o valor observado pelos demais, o que exige atenção quanto à confiabilidade.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Custo, Portabilidade e generalidade, Influências no Projeto de Linguagens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Custo, Portabilidade e generalidade, Influências no Projeto de Linguagens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Custo: É o custo final associado à linguagem, abrangendo treinamento, aprendizado, escrita, compilação, sistema de implementação, execução, falhas decorrentes de baixa confiabilidade e manutenção. A legibilidade influencia especialmente o custo de manutenção.</a:t>
            </a:r>
            <a:br/>
            <a:br/>
            <a:r>
              <a:t>Portabilidade e generalidade: Portabilidade é a facilidade de mover programas de uma implementação para outra. Generalidade é a aplicabilidade de uma linguagem a uma ampla faixa de aplicações.</a:t>
            </a:r>
            <a:br/>
            <a:br/>
            <a:r>
              <a:t>Influências no Projeto de Linguagens: O projeto de linguagens é influenciado principalmente pela arquitetura de computadores e pelas metodologias de projeto de software. A primeira favoreceu estruturas próximas ao funcionamento da máquina; as novas metodologias estimularam novos paradigmas e recursos de linguagem.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obj03, obj04, obj06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Arquitetura de von Neumann, Ciclo de busca-decodifica-executa, Metodologias de Projeto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Arquitetura de von Neumann, Ciclo de busca-decodifica-executa, Metodologias de Projeto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Arquitetura de von Neumann: É uma arquitetura na qual dados e programas ficam armazenados na memória, separada do processador, e instruções e dados são transmitidos para a CPU. Essa organização fundamenta linguagens imperativas, nas quais variáveis modelam células de memória, atribuições representam transferências de dados e iterações são eficientes.</a:t>
            </a:r>
            <a:br/>
            <a:br/>
            <a:r>
              <a:t>Ciclo de busca-decodifica-executa: É o ciclo de processamento no qual o contador de programa indica uma instrução, a instrução é buscada, o contador é incrementado, a instrução é decodificada e então executada, repetindo-se o processo.</a:t>
            </a:r>
            <a:br/>
            <a:br/>
            <a:r>
              <a:t>Metodologias de Projeto de Software: A evolução das metodologias deslocou o foco da eficiência das máquinas para a eficiência dos programadores, favoreceu programação estruturada, projeto top-down e refinamento passo a passo, avançou para abstração de dados e chegou à programação OO com abstração de dados, herança e polimorfismo.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Categorias de Linguagens, Trade-off no projeto de linguagem, Métodos de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Categorias de Linguagens, Trade-off no projeto de linguagem, Métodos de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Categorias de Linguagens: As linguagens são apresentadas nas categorias imperativas, funcionais, lógicas e de marcação/programação híbrida. Imperativas destacam variáveis, atribuições e iterações; funcionais aplicam funções a parâmetros; lógicas são baseadas em regras; e as híbridas estendem linguagens de marcação com suporte à programação.</a:t>
            </a:r>
            <a:br/>
            <a:br/>
            <a:r>
              <a:t>Trade-off no projeto de linguagem: É uma situação em que melhorar um critério pode prejudicar outro. O material destaca conflitos entre confiabilidade e custo de execução, legibilidade e capacidade de escrita, e flexibilidade de escrita e confiabilidade.</a:t>
            </a:r>
            <a:br/>
            <a:br/>
            <a:r>
              <a:t>Métodos de Implementação: São abordagens usadas para executar programas escritos em uma linguagem. O material apresenta compilação, interpretação pura e sistemas de implementação híbridos, além de detalhar sistemas Just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obj05, obj06, obj07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Compilação, Interpretação pura, Sistemas de Implementação Híbridos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Compilação, Interpretação pura, Sistemas de Implementação Híbridos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Compilação: É a tradução de um programa de alto nível em código de máquina. O processo apresentado inclui análise léxica, análise sintática, análise semântica e geração de código, com tradução comparativamente lenta e execução rápida.</a:t>
            </a:r>
            <a:br/>
            <a:br/>
            <a:r>
              <a:t>Interpretação pura: É a execução do programa por um interpretador sem uma etapa prévia de tradução. Facilita a apresentação imediata de erros em tempo de execução, mas possui execução mais lenta e geralmente requer mais espaço.</a:t>
            </a:r>
            <a:br/>
            <a:br/>
            <a:r>
              <a:t>Sistemas de Implementação Híbridos: Combinam tradução e interpretação: o código de alto nível é traduzido para uma linguagem intermediária, que é então interpretada. A decodificação prévia torna essa abordagem mais rápida do que a interpretação pura.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Sistemas de Implementação Just in Time, Pré-processadores, Ambientes de Programação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Sistemas de Implementação Just in Time, Pré-processadores, Ambientes de Programação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Sistemas de Implementação Just in Time: Traduzem inicialmente o programa para uma linguagem intermediária e, durante a execução, compilam métodos desse formato para linguagem de máquina. O código de máquina produzido é preservado para chamadas posteriores; por isso, o material caracteriza JIT como compilação atrasada.</a:t>
            </a:r>
            <a:br/>
            <a:br/>
            <a:r>
              <a:t>Pré-processadores: São programas que processam outro programa imediatamente antes da compilação. Suas instruções ficam embutidas no código; o material exemplifica essa função com as diretivas include e define de C.</a:t>
            </a:r>
            <a:br/>
            <a:br/>
            <a:r>
              <a:t>Ambientes de Programação: São coleções de ferramentas utilizadas no desenvolvimento de software. O material cita UNIX com interfaces gráficas, Microsoft Visual Studio.NET e NetBeans, indicando diferenças de porte, linguagens suportadas e tipos de aplicação.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obj07, obj08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Preliminares — Flashcards</dc:title>
  <dc:subject/>
  <dc:creator>Aula Factory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