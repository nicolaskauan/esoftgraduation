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85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</a:rPr>
              <a:t>AULA 000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4944" y="1234440"/>
            <a:ext cx="7772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Flashcards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Paradigmas de Programação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8046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Use em modo apresentação: cada cartão tem uma frente com pergunta e uma versão seguinte com resposta, exemplo e armadilha comum.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3232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20 cartões · revisão ativa · conceitos essenciais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3544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🧭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0040112" y="249631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λ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9189720" y="3977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0/20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estudar com estes flashcards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" y="15544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36192" y="1572768"/>
            <a:ext cx="9326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</a:rPr>
              <a:t>Leia a pergunta e responda antes de avançar.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" y="24688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560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36192" y="2487168"/>
            <a:ext cx="9326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</a:rPr>
              <a:t>Compare sua resposta com o verso do cartão.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86384" y="33832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36192" y="3401568"/>
            <a:ext cx="9326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</a:rPr>
              <a:t>Preste atenção no exemplo e na armadilha comum.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6384" y="42976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43891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36192" y="4315968"/>
            <a:ext cx="9326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</a:rPr>
              <a:t>Refaça depois: cartões errados devem voltar para o início.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552297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Meta: explicar a diferença entre linguagem, paradigma, sintaxe, semântica e critérios de escolha sem decorar frases prontas.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0/20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CONCEITO-BASE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🧭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um paradigma de programação?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CONCEITO-BASE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um paradigma de programação?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uma forma de pensar e organizar soluções computacionais.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Imperativo pensa em comandos e estado; funcional pensa em funções e transformações; lógico pensa em fatos e regras.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Não confunda paradigma com linguagem: uma linguagem pode apoiar mais de um paradigma.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POR QUE ESTUDAR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estudar conceitos de linguagens de programação?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2/20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POR QUE ESTUDAR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Por que estudar conceitos de linguagens de programação?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ampliar a capacidade de expressar ideias, escolher ferramentas melhores e aprender novas linguagens com mais rapidez.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Quem entende escopo, tipos, funções e abstração aprende Rust, Python ou Prolog com menos sofrimento.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Saber uma sintaxe não é o mesmo que compreender os conceitos por trás dela.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2/20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DOMÍNIOS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existem tantas linguagens?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3/20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DOMÍNIOS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🌍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Por que existem tantas linguagens?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Porque problemas diferentes exigem prioridades diferentes: desempenho, segurança, expressividade, portabilidade, produtividade ou controle.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Fortran nasceu forte em computação científica; COBOL em negócios; Lisp em IA; JavaScript na Web.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A pergunta correta não é “qual é a melhor linguagem?”, mas “melhor para qual contexto?”.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3/20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AVALIAÇÃO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critérios ajudam a avaliar uma linguagem?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4/20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AVALIAÇÃO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⚖️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Quais critérios ajudam a avaliar uma linguagem?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Legibilidade, facilidade de escrita, confiabilidade, custo, portabilidade, manutenção e adequação ao domínio.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Java prioriza segurança de tipos e verificações; C prioriza controle e eficiência, mas exige mais cuidado.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Critérios entram em conflito: mais segurança pode reduzir desempenho; mais expressividade pode reduzir legibilidade.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4/20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LEGIBILIDADE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👁️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legibilidade em uma linguagem?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5/20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LEGIBILIDADE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👁️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legibilidade em uma linguagem?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a facilidade com que um programa pode ser lido, entendido e mantido.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Nomes claros, sintaxe consistente, tipos adequados e estruturas de controle previsíveis aumentam legibilidade.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Código curto não é automaticamente código legível.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5/20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SINTAXE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✍️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sintaxe?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6/20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SINTAXE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✍️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sintaxe?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o conjunto de regras que define como escrever estruturas válidas em uma linguagem.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Parênteses, chaves, ponto e vírgula, palavras reservadas e ordem dos elementos fazem parte da sintaxe.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Sintaxe correta não garante que o programa faça o que deveria fazer.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6/20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SEMÂNTICA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semântica?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7/20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SEMÂNTICA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semântica?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o significado do programa: o que as construções fazem quando são avaliadas ou executadas.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x = x + 1 altera o valor de x. A forma é sintaxe; a alteração de estado é semântica.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Um programa pode compilar e ainda estar semanticamente errado.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7/20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COMPILADORES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análise léxica faz?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8/20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COMPILADORES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a análise léxica faz?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Divide o código-fonte em unidades chamadas tokens.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Em total = preco + taxa, há tokens como identificadores, operador de atribuição e operador de soma.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Análise léxica não entende ainda a estrutura completa do programa; ela prepara os blocos básicos.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COMPILADORES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🌳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análise sintática faz?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COMPILADORES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🌳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a análise sintática faz?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 a estrutura dos tokens e organiza o programa segundo a gramática da linguagem.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Ela identifica expressões, comandos, blocos, chamadas de função e estruturas aninhadas.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Tokens válidos em ordem inválida ainda geram erro de sintaxe.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9/20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TIPOS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🏷️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que servem os tipos de dados?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10/20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TIPOS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🏷️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Para que servem os tipos de dados?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definem conjuntos de valores e operações válidas sobre esses valores.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Inteiro permite soma aritmética; booleano representa verdadeiro/falso; string representa texto.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Tratar tudo como texto pode causar erros: “10” + “5” pode virar “105”.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10/20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NOMES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🔎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vinculação?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11/20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NOMES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🔎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vinculação?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a associação entre um nome e uma entidade do programa, como variável, tipo, função ou posição de memória.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Quando idade passa a representar uma variável inteira, há uma vinculação entre o nome e essa variável.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A vinculação pode ocorrer em momentos diferentes: compilação, carga ou execução.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11/20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ESCOPO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escopo?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12/20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ESCOPO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📍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escopo?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a região do programa em que um nome pode ser usado.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Uma variável declarada dentro de uma função normalmente só é visível dentro dela.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Variáveis globais parecem práticas, mas aumentam acoplamento e risco de efeitos colaterais.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12/20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MEMÓRIA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⏳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 a diferença entre escopo e tempo de vida?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13/20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MEMÓRIA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⏳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Qual a diferença entre escopo e tempo de vida?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Escopo trata de onde um nome é visível; tempo de vida trata de quanto tempo a entidade existe na execução.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Uma variável local pode existir apenas durante a chamada de uma função.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Visibilidade do nome e existência em memória não são necessariamente a mesma coisa.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13/20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IMPERATIVO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🧾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pensa o paradigma imperativo?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14/20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IMPERATIVO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🧾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Como pensa o paradigma imperativo?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sequência de comandos que altera o estado do programa.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Inicialize uma variável, faça um laço, atualize o contador, acumule o resultado.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Quanto mais estado mutável espalhado, mais difícil pode ser raciocinar sobre o programa.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14/20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OBJETOS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📦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pensa a programação orientada a objetos?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15/20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OBJETOS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📦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Como pensa a programação orientada a objetos?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Organizando o sistema em objetos que combinam dados e comportamentos.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Aluno pode ter nome, matrícula e métodos como calcularMedia() ou estaAprovado().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Criar classes demais não garante bom projeto; o importante é atribuir responsabilidades coerentes.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15/20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FUNCIONAL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λ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pensa o paradigma funcional?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16/20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FUNCIONAL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λ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Como pensa o paradigma funcional?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composição de funções e transformação de valores, reduzindo efeitos colaterais.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Filtrar, mapear e reduzir uma lista em vez de alterar variáveis passo a passo.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Funcional não significa “sem lógica”; significa raciocinar menos por estado mutável e mais por expressões.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16/20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LÓGICO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pensa o paradigma lógico?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17/20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LÓGICO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Como pensa o paradigma lógico?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Declarando fatos e regras para que o sistema deduza respostas.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pai(joao, maria). ancestral(X,Y) se pai(X,Y) ou pai(X,Z) e ancestral(Z,Y).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Não se descreve passo a passo como no imperativo; declara-se o que é verdadeiro.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17/20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MULTIPARADIGMA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uma linguagem multiparadigma?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18/20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MULTIPARADIGMA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uma linguagem multiparadigma?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uma linguagem que permite programar combinando estilos diferentes.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Python pode ser imperativo, orientado a objetos e usar recursos funcionais.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Misturar paradigmas sem critério pode produzir código inconsistente e difícil de manter.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18/20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EXPRESSÕES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⚡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avaliação em curto-circuito?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19/20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EXPRESSÕES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O que é avaliação em curto-circuito?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 quando uma expressão booleana deixa de avaliar uma parte porque o resultado já está determinado.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Em x != 0 &amp;&amp; 10/x &gt; 2, se x é zero, a segunda parte não é avaliada.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Cuidado: se a segunda parte tem efeitos colaterais, eles podem não acontecer.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19/20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 · 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521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Cartão 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78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IA muda o papel do programador?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96112" y="5148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Responda antes de avançar.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20/20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822960"/>
            <a:ext cx="1122883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D6D3C8"/>
            </a:solidFill>
            <a:prstDash val="solid"/>
          </a:ln>
          <a:effectLst>
            <a:outerShdw sx="100000" sy="100000" kx="0" ky="0" algn="bl" rotWithShape="0" blurRad="25400" dist="50800" dir="2700000">
              <a:srgbClr val="C7C7C7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0352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· 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55648" y="1060704"/>
            <a:ext cx="94183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3F"/>
                </a:solidFill>
              </a:rPr>
              <a:t>Como a IA muda o papel do programador?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Resposta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40280"/>
            <a:ext cx="10287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IA ajuda a gerar código, mas o programador continua responsável por especificar, revisar, testar e decidir.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5074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Um assistente pode sugerir uma função, mas alguém precisa validar tipos, limites, segurança e adequação ao problema.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636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Armadilha comum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800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Confiar cegamente no código gerado é trocar engenharia por esperança.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5488" y="63550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635508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000 · Flashcards · 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Disciplina de Paradigmas de Programação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aula000-Flashcards</dc:title>
  <dc:subject>Flashcards da Aula 000</dc:subject>
  <dc:creator>Munif Gebara Junior</dc:creator>
  <cp:lastModifiedBy>Munif Gebara Junior</cp:lastModifiedBy>
  <cp:revision>1</cp:revision>
  <dcterms:created xsi:type="dcterms:W3CDTF">2026-07-28T20:44:15Z</dcterms:created>
  <dcterms:modified xsi:type="dcterms:W3CDTF">2026-07-28T20:44:15Z</dcterms:modified>
</cp:coreProperties>
</file>