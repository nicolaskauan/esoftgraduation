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7365D"/>
                </a:solidFill>
                <a:latin typeface="Aptos"/>
              </a:defRPr>
            </a:pPr>
            <a:r>
              <a:t>Descrição da Sintaxe e da Semântica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2677D"/>
                </a:solidFill>
                <a:latin typeface="Aptos"/>
              </a:defRPr>
            </a:pPr>
            <a:r>
              <a:t>Pergunta primeiro. Resposta no cartão seguinte.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Por que estes conceitos importam em uma decisão técnica?</a:t>
            </a:r>
            <a:br/>
            <a:r>
              <a:t>Sintaxe e semântica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Sintaxe e semântica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Sintaxe e semântica: Sintaxe descreve a forma das construções de uma linguagem; semântica descreve seu significado. Juntas, elas caracterizam uma linguagem de programação.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Como você explicaria a relação entre estes conceitos?</a:t>
            </a:r>
            <a:br/>
            <a:r>
              <a:t>Sentenças, lexemas e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Sentenças, lexemas e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Sentenças, lexemas e tokens: Uma sentença é uma cadeia sobre um alfabeto; lexemas são unidades sintáticas elementares, enquanto tokens classificam lexemas em categorias usadas pela análise da linguagem.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Que problema profissional estes conceitos ajudam a analisar?</a:t>
            </a:r>
            <a:br/>
            <a:r>
              <a:t>Reconhecedores e geradores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Reconhecedores e geradores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Reconhecedores e geradores: Um reconhecedor decide se uma cadeia pertence a uma linguagem; um gerador define ou produz as sentenças que pertencem a ela.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obj01, obj02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Quais trade-offs aparecem quando pensamos em:</a:t>
            </a:r>
            <a:br/>
            <a:r>
              <a:t>BNF e gramáticas livres de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BNF e gramáticas livres de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BNF e gramáticas livres de contexto: A Forma de Backus-Naur é uma metalinguagem equivalente às gramáticas livres de contexto, formada por regras que relacionam símbolos não terminais a sequências de terminais e não terminais.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Por que estes conceitos importam em uma decisão técnica?</a:t>
            </a:r>
            <a:br/>
            <a:r>
              <a:t>Derivação e árvore sintática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Derivação e árvore sintática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Derivação e árvore sintática: Uma derivação aplica regras desde o símbolo inicial até obter somente terminais; a árvore sintática representa hierarquicamente esse processo.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obj02, obj03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Como você explicaria a relação entre estes conceitos?</a:t>
            </a:r>
            <a:br/>
            <a:r>
              <a:t>Ambiguidade gramatical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Ambiguidade gramatical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Ambiguidade gramatical: Uma gramática é ambígua quando uma mesma sentença admite duas árvores sintáticas distintas; precedência e associatividade podem ser expressas pela estrutura das regras para eliminar ambiguidades.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Que problema profissional estes conceitos ajudam a analisar?</a:t>
            </a:r>
            <a:br/>
            <a:r>
              <a:t>BNF estendida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BNF estendida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BNF estendida: A EBNF acrescenta notações compactas para opcionalidade, alternativas e repetição, preservando a capacidade descritiva da BNF.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Quais trade-offs aparecem quando pensamos em:</a:t>
            </a:r>
            <a:br/>
            <a:r>
              <a:t>Gramáticas de atributos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Gramáticas de atributos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Gramáticas de atributos: Uma gramática de atributos associa atributos, funções semânticas e predicados aos nós de uma gramática livre de contexto para especificar e verificar semântica estática.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Por que estes conceitos importam em uma decisão técnica?</a:t>
            </a:r>
            <a:br/>
            <a:r>
              <a:t>Atributos sintetizados e herdados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Atributos sintetizados e herdados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Atributos sintetizados e herdados: Atributos sintetizados propagam informação dos filhos para o nó pai; atributos herdados recebem informação do contexto, exigindo frequentemente combinação de percursos ascendentes e descendentes.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4D5CD"/>
                </a:solidFill>
                <a:latin typeface="Aptos"/>
              </a:defRPr>
            </a:pPr>
            <a:r>
              <a:t>Pergunta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Como você explicaria a relação entre estes conceitos?</a:t>
            </a:r>
            <a:br/>
            <a:r>
              <a:t>Métodos de semântica dinâmica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1EC"/>
                </a:solidFill>
                <a:latin typeface="Aptos"/>
              </a:defRPr>
            </a:pPr>
            <a:r>
              <a:t>Pense por alguns segundos antes de avançar.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45B8A"/>
                </a:solidFill>
                <a:latin typeface="Aptos"/>
              </a:defRPr>
            </a:pPr>
            <a:r>
              <a:t>Resposta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  <a:latin typeface="Aptos"/>
              </a:defRPr>
            </a:pPr>
            <a:r>
              <a:t>Métodos de semântica dinâmica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72536"/>
                </a:solidFill>
                <a:latin typeface="Aptos"/>
              </a:defRPr>
            </a:pPr>
            <a:r>
              <a:t>Métodos de semântica dinâmica: A semântica operacional descreve efeitos de execução e mudanças de estado; a denotacional mapeia construções para objetos matemáticos; a axiomática usa asserções e regras lógicas para demonstrar propriedades.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2677D"/>
                </a:solidFill>
                <a:latin typeface="Aptos"/>
              </a:defRPr>
            </a:pPr>
            <a:r>
              <a:t>Objetivos: obj05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Descrição da Sintaxe e da Semântica — Flashcards</dc:title>
  <dc:subject/>
  <dc:creator>Aula Factory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